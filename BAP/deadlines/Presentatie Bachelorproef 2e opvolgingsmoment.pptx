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</p:sldIdLst>
  <p:sldSz cx="4610100" cy="34607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230400" y="795960"/>
            <a:ext cx="4148640" cy="228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D5B9A7-0A06-4E9D-88FB-B16D66A55E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230400" y="795960"/>
            <a:ext cx="4148640" cy="228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046314-13DF-4087-B97E-0D4563A869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230400" y="795960"/>
            <a:ext cx="4148640" cy="228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B2EE23D-E83E-46AE-B0F8-A70A761E43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230400" y="795960"/>
            <a:ext cx="4148640" cy="228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E77E294-1623-4C50-8742-503C1F7A18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230400" y="795960"/>
            <a:ext cx="4148640" cy="228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51BD780-7A48-4572-8300-D4FCD77A84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45600" y="1072800"/>
            <a:ext cx="3918240" cy="57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1567440" y="3218400"/>
            <a:ext cx="147492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230400" y="3218400"/>
            <a:ext cx="105984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4489560" y="3311280"/>
            <a:ext cx="132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920" indent="0">
              <a:lnSpc>
                <a:spcPct val="100000"/>
              </a:lnSpc>
              <a:spcBef>
                <a:spcPts val="139"/>
              </a:spcBef>
              <a:buNone/>
              <a:defRPr b="0" lang="en-US" sz="800" spc="-52" strike="noStrike">
                <a:solidFill>
                  <a:srgbClr val="124b8b"/>
                </a:solidFill>
                <a:latin typeface="Roboto Lt"/>
              </a:defRPr>
            </a:lvl1pPr>
          </a:lstStyle>
          <a:p>
            <a:pPr marL="25920" indent="0">
              <a:lnSpc>
                <a:spcPct val="100000"/>
              </a:lnSpc>
              <a:spcBef>
                <a:spcPts val="139"/>
              </a:spcBef>
              <a:buNone/>
            </a:pPr>
            <a:fld id="{69FBC749-B17E-4ECB-814A-3EDD0B537329}" type="slidenum">
              <a:rPr b="0" lang="en-US" sz="800" spc="-52" strike="noStrike">
                <a:solidFill>
                  <a:srgbClr val="124b8b"/>
                </a:solidFill>
                <a:latin typeface="Roboto Lt"/>
              </a:rPr>
              <a:t>4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30400" y="795960"/>
            <a:ext cx="4148640" cy="228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1567440" y="3218400"/>
            <a:ext cx="147492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230400" y="3218400"/>
            <a:ext cx="105984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4489560" y="3311280"/>
            <a:ext cx="132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920" indent="0">
              <a:lnSpc>
                <a:spcPct val="100000"/>
              </a:lnSpc>
              <a:spcBef>
                <a:spcPts val="139"/>
              </a:spcBef>
              <a:buNone/>
              <a:defRPr b="0" lang="en-US" sz="800" spc="-52" strike="noStrike">
                <a:solidFill>
                  <a:srgbClr val="124b8b"/>
                </a:solidFill>
                <a:latin typeface="Roboto Lt"/>
              </a:defRPr>
            </a:lvl1pPr>
          </a:lstStyle>
          <a:p>
            <a:pPr marL="25920" indent="0">
              <a:lnSpc>
                <a:spcPct val="100000"/>
              </a:lnSpc>
              <a:spcBef>
                <a:spcPts val="139"/>
              </a:spcBef>
              <a:buNone/>
            </a:pPr>
            <a:fld id="{E73B6202-130D-4D62-9ECA-EACF19FBA088}" type="slidenum">
              <a:rPr b="0" lang="en-US" sz="800" spc="-52" strike="noStrike">
                <a:solidFill>
                  <a:srgbClr val="124b8b"/>
                </a:solidFill>
                <a:latin typeface="Roboto Lt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230400" y="795960"/>
            <a:ext cx="2005200" cy="221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2374200" y="795960"/>
            <a:ext cx="2005200" cy="221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7"/>
          </p:nvPr>
        </p:nvSpPr>
        <p:spPr>
          <a:xfrm>
            <a:off x="1567440" y="3218400"/>
            <a:ext cx="147492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8"/>
          </p:nvPr>
        </p:nvSpPr>
        <p:spPr>
          <a:xfrm>
            <a:off x="230400" y="3218400"/>
            <a:ext cx="105984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4489560" y="3311280"/>
            <a:ext cx="132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920" indent="0">
              <a:lnSpc>
                <a:spcPct val="100000"/>
              </a:lnSpc>
              <a:spcBef>
                <a:spcPts val="139"/>
              </a:spcBef>
              <a:buNone/>
              <a:defRPr b="0" lang="en-US" sz="800" spc="-52" strike="noStrike">
                <a:solidFill>
                  <a:srgbClr val="124b8b"/>
                </a:solidFill>
                <a:latin typeface="Roboto Lt"/>
              </a:defRPr>
            </a:lvl1pPr>
          </a:lstStyle>
          <a:p>
            <a:pPr marL="25920" indent="0">
              <a:lnSpc>
                <a:spcPct val="100000"/>
              </a:lnSpc>
              <a:spcBef>
                <a:spcPts val="139"/>
              </a:spcBef>
              <a:buNone/>
            </a:pPr>
            <a:fld id="{6776D2C3-1513-4F5E-9471-4502D8AE56FD}" type="slidenum">
              <a:rPr b="0" lang="en-US" sz="800" spc="-52" strike="noStrike">
                <a:solidFill>
                  <a:srgbClr val="124b8b"/>
                </a:solidFill>
                <a:latin typeface="Roboto Lt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55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0"/>
          </p:nvPr>
        </p:nvSpPr>
        <p:spPr>
          <a:xfrm>
            <a:off x="1567440" y="3218400"/>
            <a:ext cx="147492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1"/>
          </p:nvPr>
        </p:nvSpPr>
        <p:spPr>
          <a:xfrm>
            <a:off x="230400" y="3218400"/>
            <a:ext cx="105984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4489560" y="3311280"/>
            <a:ext cx="132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920" indent="0">
              <a:lnSpc>
                <a:spcPct val="100000"/>
              </a:lnSpc>
              <a:spcBef>
                <a:spcPts val="139"/>
              </a:spcBef>
              <a:buNone/>
              <a:defRPr b="0" lang="en-US" sz="800" spc="-52" strike="noStrike">
                <a:solidFill>
                  <a:srgbClr val="124b8b"/>
                </a:solidFill>
                <a:latin typeface="Roboto Lt"/>
              </a:defRPr>
            </a:lvl1pPr>
          </a:lstStyle>
          <a:p>
            <a:pPr marL="25920" indent="0">
              <a:lnSpc>
                <a:spcPct val="100000"/>
              </a:lnSpc>
              <a:spcBef>
                <a:spcPts val="139"/>
              </a:spcBef>
              <a:buNone/>
            </a:pPr>
            <a:fld id="{05511478-6609-4292-9E59-381130513811}" type="slidenum">
              <a:rPr b="0" lang="en-US" sz="800" spc="-52" strike="noStrike">
                <a:solidFill>
                  <a:srgbClr val="124b8b"/>
                </a:solidFill>
                <a:latin typeface="Roboto Lt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3"/>
          </p:nvPr>
        </p:nvSpPr>
        <p:spPr>
          <a:xfrm>
            <a:off x="1567440" y="3218400"/>
            <a:ext cx="147492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dt" idx="14"/>
          </p:nvPr>
        </p:nvSpPr>
        <p:spPr>
          <a:xfrm>
            <a:off x="230400" y="3218400"/>
            <a:ext cx="1059840" cy="17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5"/>
          </p:nvPr>
        </p:nvSpPr>
        <p:spPr>
          <a:xfrm>
            <a:off x="4489560" y="3311280"/>
            <a:ext cx="132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920" indent="0">
              <a:lnSpc>
                <a:spcPct val="100000"/>
              </a:lnSpc>
              <a:spcBef>
                <a:spcPts val="139"/>
              </a:spcBef>
              <a:buNone/>
              <a:defRPr b="0" lang="en-US" sz="800" spc="-52" strike="noStrike">
                <a:solidFill>
                  <a:srgbClr val="124b8b"/>
                </a:solidFill>
                <a:latin typeface="Roboto Lt"/>
              </a:defRPr>
            </a:lvl1pPr>
          </a:lstStyle>
          <a:p>
            <a:pPr marL="25920" indent="0">
              <a:lnSpc>
                <a:spcPct val="100000"/>
              </a:lnSpc>
              <a:spcBef>
                <a:spcPts val="139"/>
              </a:spcBef>
              <a:buNone/>
            </a:pPr>
            <a:fld id="{1F0C3FC9-E26C-4BDF-B061-1384870B3980}" type="slidenum">
              <a:rPr b="0" lang="en-US" sz="800" spc="-52" strike="noStrike">
                <a:solidFill>
                  <a:srgbClr val="124b8b"/>
                </a:solidFill>
                <a:latin typeface="Roboto Lt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230400" y="137880"/>
            <a:ext cx="4148640" cy="57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230400" y="809640"/>
            <a:ext cx="4148640" cy="200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2"/>
          <p:cNvSpPr/>
          <p:nvPr/>
        </p:nvSpPr>
        <p:spPr>
          <a:xfrm>
            <a:off x="982800" y="616320"/>
            <a:ext cx="2747160" cy="13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120" bIns="0" anchor="t">
            <a:spAutoFit/>
          </a:bodyPr>
          <a:p>
            <a:pPr marL="12600" algn="ctr">
              <a:lnSpc>
                <a:spcPct val="100000"/>
              </a:lnSpc>
              <a:spcBef>
                <a:spcPts val="119"/>
              </a:spcBef>
            </a:pPr>
            <a:r>
              <a:rPr b="1" lang="fr-BE" sz="1700" spc="-52" strike="noStrike">
                <a:solidFill>
                  <a:srgbClr val="124b8b"/>
                </a:solidFill>
                <a:latin typeface="Arial"/>
              </a:rPr>
              <a:t>Bachelorproef IW: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119"/>
              </a:spcBef>
            </a:pPr>
            <a:r>
              <a:rPr b="1" lang="fr-BE" sz="1700" spc="-52" strike="noStrike">
                <a:solidFill>
                  <a:srgbClr val="124b8b"/>
                </a:solidFill>
                <a:latin typeface="Arial"/>
              </a:rPr>
              <a:t>2</a:t>
            </a:r>
            <a:r>
              <a:rPr b="1" lang="fr-BE" sz="1700" spc="-52" strike="noStrike" baseline="30000">
                <a:solidFill>
                  <a:srgbClr val="124b8b"/>
                </a:solidFill>
                <a:latin typeface="Arial"/>
              </a:rPr>
              <a:t>e</a:t>
            </a:r>
            <a:r>
              <a:rPr b="1" lang="fr-BE" sz="1700" spc="-52" strike="noStrike">
                <a:solidFill>
                  <a:srgbClr val="124b8b"/>
                </a:solidFill>
                <a:latin typeface="Arial"/>
              </a:rPr>
              <a:t> Opvolgmoment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119"/>
              </a:spcBef>
            </a:pPr>
            <a:r>
              <a:rPr b="1" lang="nl-BE" sz="1700" spc="-52" strike="noStrike">
                <a:solidFill>
                  <a:srgbClr val="124b8b"/>
                </a:solidFill>
                <a:latin typeface="Arial"/>
              </a:rPr>
              <a:t>IoT sensor rapportering via BLE en Android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119"/>
              </a:spcBef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3"/>
          <p:cNvSpPr/>
          <p:nvPr/>
        </p:nvSpPr>
        <p:spPr>
          <a:xfrm>
            <a:off x="1038960" y="1762560"/>
            <a:ext cx="2356920" cy="7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indent="189720" algn="ctr">
              <a:lnSpc>
                <a:spcPct val="14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fr-BE" sz="1100" spc="38" strike="noStrike">
                <a:solidFill>
                  <a:srgbClr val="f15f22"/>
                </a:solidFill>
                <a:latin typeface="Arial MT"/>
              </a:rPr>
              <a:t>Manuel Ivan Higuera Velez Mohammed Amazine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2600" indent="189720" algn="ctr">
              <a:lnSpc>
                <a:spcPct val="145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fr-BE" sz="1100" spc="77" strike="noStrike">
                <a:solidFill>
                  <a:srgbClr val="124b8b"/>
                </a:solidFill>
                <a:latin typeface="Arial MT"/>
              </a:rPr>
              <a:t>13/12/2024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" name="object 4"/>
          <p:cNvGrpSpPr/>
          <p:nvPr/>
        </p:nvGrpSpPr>
        <p:grpSpPr>
          <a:xfrm>
            <a:off x="865080" y="2915280"/>
            <a:ext cx="565200" cy="266040"/>
            <a:chOff x="865080" y="2915280"/>
            <a:chExt cx="565200" cy="266040"/>
          </a:xfrm>
        </p:grpSpPr>
        <p:pic>
          <p:nvPicPr>
            <p:cNvPr id="37" name="object 5" descr=""/>
            <p:cNvPicPr/>
            <p:nvPr/>
          </p:nvPicPr>
          <p:blipFill>
            <a:blip r:embed="rId1"/>
            <a:stretch/>
          </p:blipFill>
          <p:spPr>
            <a:xfrm>
              <a:off x="865080" y="2915280"/>
              <a:ext cx="240480" cy="69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8" name="object 6"/>
            <p:cNvSpPr/>
            <p:nvPr/>
          </p:nvSpPr>
          <p:spPr>
            <a:xfrm>
              <a:off x="871200" y="3012480"/>
              <a:ext cx="559080" cy="70920"/>
            </a:xfrm>
            <a:custGeom>
              <a:avLst/>
              <a:gdLst>
                <a:gd name="textAreaLeft" fmla="*/ 0 w 559080"/>
                <a:gd name="textAreaRight" fmla="*/ 559440 w 559080"/>
                <a:gd name="textAreaTop" fmla="*/ 0 h 70920"/>
                <a:gd name="textAreaBottom" fmla="*/ 71280 h 70920"/>
              </a:gdLst>
              <a:ahLst/>
              <a:rect l="textAreaLeft" t="textAreaTop" r="textAreaRight" b="textAreaBottom"/>
              <a:pathLst>
                <a:path w="559435" h="71119">
                  <a:moveTo>
                    <a:pt x="46621" y="1104"/>
                  </a:moveTo>
                  <a:lnTo>
                    <a:pt x="39763" y="1104"/>
                  </a:lnTo>
                  <a:lnTo>
                    <a:pt x="39763" y="42735"/>
                  </a:lnTo>
                  <a:lnTo>
                    <a:pt x="39763" y="48107"/>
                  </a:lnTo>
                  <a:lnTo>
                    <a:pt x="39306" y="53581"/>
                  </a:lnTo>
                  <a:lnTo>
                    <a:pt x="35966" y="58026"/>
                  </a:lnTo>
                  <a:lnTo>
                    <a:pt x="33083" y="62014"/>
                  </a:lnTo>
                  <a:lnTo>
                    <a:pt x="28181" y="64236"/>
                  </a:lnTo>
                  <a:lnTo>
                    <a:pt x="17983" y="64236"/>
                  </a:lnTo>
                  <a:lnTo>
                    <a:pt x="12877" y="61633"/>
                  </a:lnTo>
                  <a:lnTo>
                    <a:pt x="10007" y="57099"/>
                  </a:lnTo>
                  <a:lnTo>
                    <a:pt x="7327" y="52832"/>
                  </a:lnTo>
                  <a:lnTo>
                    <a:pt x="6858" y="47637"/>
                  </a:lnTo>
                  <a:lnTo>
                    <a:pt x="6858" y="1104"/>
                  </a:lnTo>
                  <a:lnTo>
                    <a:pt x="0" y="1104"/>
                  </a:lnTo>
                  <a:lnTo>
                    <a:pt x="0" y="49961"/>
                  </a:lnTo>
                  <a:lnTo>
                    <a:pt x="736" y="56819"/>
                  </a:lnTo>
                  <a:lnTo>
                    <a:pt x="5473" y="62661"/>
                  </a:lnTo>
                  <a:lnTo>
                    <a:pt x="9829" y="67945"/>
                  </a:lnTo>
                  <a:lnTo>
                    <a:pt x="16497" y="70815"/>
                  </a:lnTo>
                  <a:lnTo>
                    <a:pt x="30403" y="70815"/>
                  </a:lnTo>
                  <a:lnTo>
                    <a:pt x="37261" y="67754"/>
                  </a:lnTo>
                  <a:lnTo>
                    <a:pt x="41529" y="62103"/>
                  </a:lnTo>
                  <a:lnTo>
                    <a:pt x="45974" y="56349"/>
                  </a:lnTo>
                  <a:lnTo>
                    <a:pt x="46621" y="49682"/>
                  </a:lnTo>
                  <a:lnTo>
                    <a:pt x="46621" y="1104"/>
                  </a:lnTo>
                  <a:close/>
                </a:path>
                <a:path w="559435" h="71119">
                  <a:moveTo>
                    <a:pt x="117805" y="1104"/>
                  </a:moveTo>
                  <a:lnTo>
                    <a:pt x="110947" y="1104"/>
                  </a:lnTo>
                  <a:lnTo>
                    <a:pt x="110947" y="57937"/>
                  </a:lnTo>
                  <a:lnTo>
                    <a:pt x="72580" y="1104"/>
                  </a:lnTo>
                  <a:lnTo>
                    <a:pt x="63309" y="1104"/>
                  </a:lnTo>
                  <a:lnTo>
                    <a:pt x="63309" y="69608"/>
                  </a:lnTo>
                  <a:lnTo>
                    <a:pt x="70167" y="69608"/>
                  </a:lnTo>
                  <a:lnTo>
                    <a:pt x="70167" y="9359"/>
                  </a:lnTo>
                  <a:lnTo>
                    <a:pt x="110947" y="69608"/>
                  </a:lnTo>
                  <a:lnTo>
                    <a:pt x="117805" y="69608"/>
                  </a:lnTo>
                  <a:lnTo>
                    <a:pt x="117805" y="1104"/>
                  </a:lnTo>
                  <a:close/>
                </a:path>
                <a:path w="559435" h="71119">
                  <a:moveTo>
                    <a:pt x="141351" y="1104"/>
                  </a:moveTo>
                  <a:lnTo>
                    <a:pt x="134493" y="1104"/>
                  </a:lnTo>
                  <a:lnTo>
                    <a:pt x="134493" y="69608"/>
                  </a:lnTo>
                  <a:lnTo>
                    <a:pt x="141351" y="69608"/>
                  </a:lnTo>
                  <a:lnTo>
                    <a:pt x="141351" y="1104"/>
                  </a:lnTo>
                  <a:close/>
                </a:path>
                <a:path w="559435" h="71119">
                  <a:moveTo>
                    <a:pt x="215138" y="1104"/>
                  </a:moveTo>
                  <a:lnTo>
                    <a:pt x="207632" y="1104"/>
                  </a:lnTo>
                  <a:lnTo>
                    <a:pt x="183438" y="61087"/>
                  </a:lnTo>
                  <a:lnTo>
                    <a:pt x="159423" y="1104"/>
                  </a:lnTo>
                  <a:lnTo>
                    <a:pt x="151917" y="1104"/>
                  </a:lnTo>
                  <a:lnTo>
                    <a:pt x="180187" y="69608"/>
                  </a:lnTo>
                  <a:lnTo>
                    <a:pt x="186677" y="69608"/>
                  </a:lnTo>
                  <a:lnTo>
                    <a:pt x="215138" y="1104"/>
                  </a:lnTo>
                  <a:close/>
                </a:path>
                <a:path w="559435" h="71119">
                  <a:moveTo>
                    <a:pt x="263144" y="1104"/>
                  </a:moveTo>
                  <a:lnTo>
                    <a:pt x="225704" y="1104"/>
                  </a:lnTo>
                  <a:lnTo>
                    <a:pt x="225704" y="69608"/>
                  </a:lnTo>
                  <a:lnTo>
                    <a:pt x="263144" y="69608"/>
                  </a:lnTo>
                  <a:lnTo>
                    <a:pt x="263144" y="63398"/>
                  </a:lnTo>
                  <a:lnTo>
                    <a:pt x="232562" y="63398"/>
                  </a:lnTo>
                  <a:lnTo>
                    <a:pt x="232562" y="38188"/>
                  </a:lnTo>
                  <a:lnTo>
                    <a:pt x="262128" y="38188"/>
                  </a:lnTo>
                  <a:lnTo>
                    <a:pt x="262128" y="31978"/>
                  </a:lnTo>
                  <a:lnTo>
                    <a:pt x="232562" y="31978"/>
                  </a:lnTo>
                  <a:lnTo>
                    <a:pt x="232562" y="7315"/>
                  </a:lnTo>
                  <a:lnTo>
                    <a:pt x="263144" y="7315"/>
                  </a:lnTo>
                  <a:lnTo>
                    <a:pt x="263144" y="1104"/>
                  </a:lnTo>
                  <a:close/>
                </a:path>
                <a:path w="559435" h="71119">
                  <a:moveTo>
                    <a:pt x="324421" y="15481"/>
                  </a:moveTo>
                  <a:lnTo>
                    <a:pt x="320713" y="8432"/>
                  </a:lnTo>
                  <a:lnTo>
                    <a:pt x="313753" y="4445"/>
                  </a:lnTo>
                  <a:lnTo>
                    <a:pt x="308013" y="1206"/>
                  </a:lnTo>
                  <a:lnTo>
                    <a:pt x="300774" y="1104"/>
                  </a:lnTo>
                  <a:lnTo>
                    <a:pt x="277977" y="1104"/>
                  </a:lnTo>
                  <a:lnTo>
                    <a:pt x="277977" y="69608"/>
                  </a:lnTo>
                  <a:lnTo>
                    <a:pt x="284835" y="69608"/>
                  </a:lnTo>
                  <a:lnTo>
                    <a:pt x="284835" y="7315"/>
                  </a:lnTo>
                  <a:lnTo>
                    <a:pt x="306616" y="7315"/>
                  </a:lnTo>
                  <a:lnTo>
                    <a:pt x="311162" y="10566"/>
                  </a:lnTo>
                  <a:lnTo>
                    <a:pt x="315048" y="13258"/>
                  </a:lnTo>
                  <a:lnTo>
                    <a:pt x="317550" y="18072"/>
                  </a:lnTo>
                  <a:lnTo>
                    <a:pt x="317550" y="28917"/>
                  </a:lnTo>
                  <a:lnTo>
                    <a:pt x="314312" y="34112"/>
                  </a:lnTo>
                  <a:lnTo>
                    <a:pt x="308660" y="36703"/>
                  </a:lnTo>
                  <a:lnTo>
                    <a:pt x="304114" y="38747"/>
                  </a:lnTo>
                  <a:lnTo>
                    <a:pt x="298551" y="38557"/>
                  </a:lnTo>
                  <a:lnTo>
                    <a:pt x="291693" y="38557"/>
                  </a:lnTo>
                  <a:lnTo>
                    <a:pt x="314960" y="69608"/>
                  </a:lnTo>
                  <a:lnTo>
                    <a:pt x="323481" y="69608"/>
                  </a:lnTo>
                  <a:lnTo>
                    <a:pt x="304203" y="44030"/>
                  </a:lnTo>
                  <a:lnTo>
                    <a:pt x="312051" y="42278"/>
                  </a:lnTo>
                  <a:lnTo>
                    <a:pt x="318477" y="37846"/>
                  </a:lnTo>
                  <a:lnTo>
                    <a:pt x="322821" y="31356"/>
                  </a:lnTo>
                  <a:lnTo>
                    <a:pt x="324421" y="23444"/>
                  </a:lnTo>
                  <a:lnTo>
                    <a:pt x="324421" y="15481"/>
                  </a:lnTo>
                  <a:close/>
                </a:path>
                <a:path w="559435" h="71119">
                  <a:moveTo>
                    <a:pt x="373913" y="45326"/>
                  </a:moveTo>
                  <a:lnTo>
                    <a:pt x="371589" y="39954"/>
                  </a:lnTo>
                  <a:lnTo>
                    <a:pt x="367512" y="36423"/>
                  </a:lnTo>
                  <a:lnTo>
                    <a:pt x="363524" y="32816"/>
                  </a:lnTo>
                  <a:lnTo>
                    <a:pt x="359270" y="31978"/>
                  </a:lnTo>
                  <a:lnTo>
                    <a:pt x="354355" y="30581"/>
                  </a:lnTo>
                  <a:lnTo>
                    <a:pt x="347675" y="28727"/>
                  </a:lnTo>
                  <a:lnTo>
                    <a:pt x="340817" y="26784"/>
                  </a:lnTo>
                  <a:lnTo>
                    <a:pt x="340817" y="12052"/>
                  </a:lnTo>
                  <a:lnTo>
                    <a:pt x="345922" y="6578"/>
                  </a:lnTo>
                  <a:lnTo>
                    <a:pt x="359638" y="6578"/>
                  </a:lnTo>
                  <a:lnTo>
                    <a:pt x="364642" y="11582"/>
                  </a:lnTo>
                  <a:lnTo>
                    <a:pt x="365099" y="18542"/>
                  </a:lnTo>
                  <a:lnTo>
                    <a:pt x="372249" y="18542"/>
                  </a:lnTo>
                  <a:lnTo>
                    <a:pt x="370801" y="11226"/>
                  </a:lnTo>
                  <a:lnTo>
                    <a:pt x="366763" y="5334"/>
                  </a:lnTo>
                  <a:lnTo>
                    <a:pt x="360756" y="1422"/>
                  </a:lnTo>
                  <a:lnTo>
                    <a:pt x="353428" y="0"/>
                  </a:lnTo>
                  <a:lnTo>
                    <a:pt x="345846" y="1333"/>
                  </a:lnTo>
                  <a:lnTo>
                    <a:pt x="339661" y="5080"/>
                  </a:lnTo>
                  <a:lnTo>
                    <a:pt x="335483" y="10909"/>
                  </a:lnTo>
                  <a:lnTo>
                    <a:pt x="333959" y="18440"/>
                  </a:lnTo>
                  <a:lnTo>
                    <a:pt x="333959" y="23355"/>
                  </a:lnTo>
                  <a:lnTo>
                    <a:pt x="335902" y="27990"/>
                  </a:lnTo>
                  <a:lnTo>
                    <a:pt x="339712" y="31242"/>
                  </a:lnTo>
                  <a:lnTo>
                    <a:pt x="343141" y="34201"/>
                  </a:lnTo>
                  <a:lnTo>
                    <a:pt x="347497" y="35318"/>
                  </a:lnTo>
                  <a:lnTo>
                    <a:pt x="351751" y="36423"/>
                  </a:lnTo>
                  <a:lnTo>
                    <a:pt x="355650" y="37452"/>
                  </a:lnTo>
                  <a:lnTo>
                    <a:pt x="359168" y="38379"/>
                  </a:lnTo>
                  <a:lnTo>
                    <a:pt x="362331" y="40970"/>
                  </a:lnTo>
                  <a:lnTo>
                    <a:pt x="365201" y="43281"/>
                  </a:lnTo>
                  <a:lnTo>
                    <a:pt x="367055" y="46990"/>
                  </a:lnTo>
                  <a:lnTo>
                    <a:pt x="367055" y="58585"/>
                  </a:lnTo>
                  <a:lnTo>
                    <a:pt x="360654" y="64236"/>
                  </a:lnTo>
                  <a:lnTo>
                    <a:pt x="345173" y="64236"/>
                  </a:lnTo>
                  <a:lnTo>
                    <a:pt x="339331" y="57937"/>
                  </a:lnTo>
                  <a:lnTo>
                    <a:pt x="339153" y="50419"/>
                  </a:lnTo>
                  <a:lnTo>
                    <a:pt x="331825" y="50419"/>
                  </a:lnTo>
                  <a:lnTo>
                    <a:pt x="333463" y="58648"/>
                  </a:lnTo>
                  <a:lnTo>
                    <a:pt x="338023" y="65100"/>
                  </a:lnTo>
                  <a:lnTo>
                    <a:pt x="344805" y="69316"/>
                  </a:lnTo>
                  <a:lnTo>
                    <a:pt x="353060" y="70815"/>
                  </a:lnTo>
                  <a:lnTo>
                    <a:pt x="361010" y="69278"/>
                  </a:lnTo>
                  <a:lnTo>
                    <a:pt x="367652" y="65049"/>
                  </a:lnTo>
                  <a:lnTo>
                    <a:pt x="372211" y="58699"/>
                  </a:lnTo>
                  <a:lnTo>
                    <a:pt x="373913" y="50800"/>
                  </a:lnTo>
                  <a:lnTo>
                    <a:pt x="373913" y="45326"/>
                  </a:lnTo>
                  <a:close/>
                </a:path>
                <a:path w="559435" h="71119">
                  <a:moveTo>
                    <a:pt x="392442" y="1104"/>
                  </a:moveTo>
                  <a:lnTo>
                    <a:pt x="385584" y="1104"/>
                  </a:lnTo>
                  <a:lnTo>
                    <a:pt x="385584" y="69608"/>
                  </a:lnTo>
                  <a:lnTo>
                    <a:pt x="392442" y="69608"/>
                  </a:lnTo>
                  <a:lnTo>
                    <a:pt x="392442" y="1104"/>
                  </a:lnTo>
                  <a:close/>
                </a:path>
                <a:path w="559435" h="71119">
                  <a:moveTo>
                    <a:pt x="440931" y="1104"/>
                  </a:moveTo>
                  <a:lnTo>
                    <a:pt x="402729" y="1104"/>
                  </a:lnTo>
                  <a:lnTo>
                    <a:pt x="402729" y="7315"/>
                  </a:lnTo>
                  <a:lnTo>
                    <a:pt x="418490" y="7315"/>
                  </a:lnTo>
                  <a:lnTo>
                    <a:pt x="418490" y="69608"/>
                  </a:lnTo>
                  <a:lnTo>
                    <a:pt x="425348" y="69608"/>
                  </a:lnTo>
                  <a:lnTo>
                    <a:pt x="425348" y="7315"/>
                  </a:lnTo>
                  <a:lnTo>
                    <a:pt x="440931" y="7315"/>
                  </a:lnTo>
                  <a:lnTo>
                    <a:pt x="440931" y="1104"/>
                  </a:lnTo>
                  <a:close/>
                </a:path>
                <a:path w="559435" h="71119">
                  <a:moveTo>
                    <a:pt x="488657" y="1104"/>
                  </a:moveTo>
                  <a:lnTo>
                    <a:pt x="451205" y="1104"/>
                  </a:lnTo>
                  <a:lnTo>
                    <a:pt x="451205" y="69608"/>
                  </a:lnTo>
                  <a:lnTo>
                    <a:pt x="488657" y="69608"/>
                  </a:lnTo>
                  <a:lnTo>
                    <a:pt x="488657" y="63398"/>
                  </a:lnTo>
                  <a:lnTo>
                    <a:pt x="458076" y="63398"/>
                  </a:lnTo>
                  <a:lnTo>
                    <a:pt x="458076" y="38188"/>
                  </a:lnTo>
                  <a:lnTo>
                    <a:pt x="487641" y="38188"/>
                  </a:lnTo>
                  <a:lnTo>
                    <a:pt x="487641" y="31978"/>
                  </a:lnTo>
                  <a:lnTo>
                    <a:pt x="458076" y="31978"/>
                  </a:lnTo>
                  <a:lnTo>
                    <a:pt x="458076" y="7315"/>
                  </a:lnTo>
                  <a:lnTo>
                    <a:pt x="488657" y="7315"/>
                  </a:lnTo>
                  <a:lnTo>
                    <a:pt x="488657" y="1104"/>
                  </a:lnTo>
                  <a:close/>
                </a:path>
                <a:path w="559435" h="71119">
                  <a:moveTo>
                    <a:pt x="510349" y="1104"/>
                  </a:moveTo>
                  <a:lnTo>
                    <a:pt x="503491" y="1104"/>
                  </a:lnTo>
                  <a:lnTo>
                    <a:pt x="503491" y="69608"/>
                  </a:lnTo>
                  <a:lnTo>
                    <a:pt x="510349" y="69608"/>
                  </a:lnTo>
                  <a:lnTo>
                    <a:pt x="510349" y="1104"/>
                  </a:lnTo>
                  <a:close/>
                </a:path>
                <a:path w="559435" h="71119">
                  <a:moveTo>
                    <a:pt x="558825" y="1104"/>
                  </a:moveTo>
                  <a:lnTo>
                    <a:pt x="520636" y="1104"/>
                  </a:lnTo>
                  <a:lnTo>
                    <a:pt x="520636" y="7315"/>
                  </a:lnTo>
                  <a:lnTo>
                    <a:pt x="536397" y="7315"/>
                  </a:lnTo>
                  <a:lnTo>
                    <a:pt x="536397" y="69608"/>
                  </a:lnTo>
                  <a:lnTo>
                    <a:pt x="543255" y="69608"/>
                  </a:lnTo>
                  <a:lnTo>
                    <a:pt x="543255" y="7315"/>
                  </a:lnTo>
                  <a:lnTo>
                    <a:pt x="558825" y="7315"/>
                  </a:lnTo>
                  <a:lnTo>
                    <a:pt x="558825" y="1104"/>
                  </a:lnTo>
                  <a:close/>
                </a:path>
              </a:pathLst>
            </a:custGeom>
            <a:solidFill>
              <a:srgbClr val="124b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39" name="object 7" descr=""/>
            <p:cNvPicPr/>
            <p:nvPr/>
          </p:nvPicPr>
          <p:blipFill>
            <a:blip r:embed="rId2"/>
            <a:stretch/>
          </p:blipFill>
          <p:spPr>
            <a:xfrm>
              <a:off x="871200" y="3110760"/>
              <a:ext cx="362520" cy="705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0" name="object 8"/>
          <p:cNvGrpSpPr/>
          <p:nvPr/>
        </p:nvGrpSpPr>
        <p:grpSpPr>
          <a:xfrm>
            <a:off x="408600" y="2867400"/>
            <a:ext cx="393480" cy="359640"/>
            <a:chOff x="408600" y="2867400"/>
            <a:chExt cx="393480" cy="359640"/>
          </a:xfrm>
        </p:grpSpPr>
        <p:sp>
          <p:nvSpPr>
            <p:cNvPr id="41" name="object 9"/>
            <p:cNvSpPr/>
            <p:nvPr/>
          </p:nvSpPr>
          <p:spPr>
            <a:xfrm>
              <a:off x="442440" y="2867400"/>
              <a:ext cx="359640" cy="359640"/>
            </a:xfrm>
            <a:custGeom>
              <a:avLst/>
              <a:gdLst>
                <a:gd name="textAreaLeft" fmla="*/ 0 w 359640"/>
                <a:gd name="textAreaRight" fmla="*/ 360000 w 359640"/>
                <a:gd name="textAreaTop" fmla="*/ 0 h 359640"/>
                <a:gd name="textAreaBottom" fmla="*/ 360000 h 359640"/>
              </a:gdLst>
              <a:ahLst/>
              <a:rect l="textAreaLeft" t="textAreaTop" r="textAreaRight" b="textAreaBottom"/>
              <a:pathLst>
                <a:path w="360045" h="360044">
                  <a:moveTo>
                    <a:pt x="309168" y="135724"/>
                  </a:moveTo>
                  <a:lnTo>
                    <a:pt x="304850" y="130263"/>
                  </a:lnTo>
                  <a:lnTo>
                    <a:pt x="298716" y="127762"/>
                  </a:lnTo>
                  <a:lnTo>
                    <a:pt x="294106" y="125768"/>
                  </a:lnTo>
                  <a:lnTo>
                    <a:pt x="284835" y="126174"/>
                  </a:lnTo>
                  <a:lnTo>
                    <a:pt x="278244" y="126174"/>
                  </a:lnTo>
                  <a:lnTo>
                    <a:pt x="264071" y="126149"/>
                  </a:lnTo>
                  <a:lnTo>
                    <a:pt x="264071" y="160553"/>
                  </a:lnTo>
                  <a:lnTo>
                    <a:pt x="278472" y="160515"/>
                  </a:lnTo>
                  <a:lnTo>
                    <a:pt x="285064" y="160515"/>
                  </a:lnTo>
                  <a:lnTo>
                    <a:pt x="293700" y="160743"/>
                  </a:lnTo>
                  <a:lnTo>
                    <a:pt x="299618" y="158013"/>
                  </a:lnTo>
                  <a:lnTo>
                    <a:pt x="305536" y="155282"/>
                  </a:lnTo>
                  <a:lnTo>
                    <a:pt x="309168" y="148920"/>
                  </a:lnTo>
                  <a:lnTo>
                    <a:pt x="309168" y="135724"/>
                  </a:lnTo>
                  <a:close/>
                </a:path>
                <a:path w="360045" h="360044">
                  <a:moveTo>
                    <a:pt x="319405" y="203276"/>
                  </a:moveTo>
                  <a:lnTo>
                    <a:pt x="315544" y="198272"/>
                  </a:lnTo>
                  <a:lnTo>
                    <a:pt x="308267" y="194183"/>
                  </a:lnTo>
                  <a:lnTo>
                    <a:pt x="301218" y="190538"/>
                  </a:lnTo>
                  <a:lnTo>
                    <a:pt x="293700" y="190766"/>
                  </a:lnTo>
                  <a:lnTo>
                    <a:pt x="286207" y="190766"/>
                  </a:lnTo>
                  <a:lnTo>
                    <a:pt x="264071" y="190766"/>
                  </a:lnTo>
                  <a:lnTo>
                    <a:pt x="264071" y="233756"/>
                  </a:lnTo>
                  <a:lnTo>
                    <a:pt x="285521" y="233756"/>
                  </a:lnTo>
                  <a:lnTo>
                    <a:pt x="292227" y="233603"/>
                  </a:lnTo>
                  <a:lnTo>
                    <a:pt x="319405" y="218516"/>
                  </a:lnTo>
                  <a:lnTo>
                    <a:pt x="319405" y="203276"/>
                  </a:lnTo>
                  <a:close/>
                </a:path>
                <a:path w="360045" h="360044">
                  <a:moveTo>
                    <a:pt x="359981" y="0"/>
                  </a:moveTo>
                  <a:lnTo>
                    <a:pt x="350570" y="0"/>
                  </a:lnTo>
                  <a:lnTo>
                    <a:pt x="350570" y="212826"/>
                  </a:lnTo>
                  <a:lnTo>
                    <a:pt x="349199" y="224624"/>
                  </a:lnTo>
                  <a:lnTo>
                    <a:pt x="319417" y="258673"/>
                  </a:lnTo>
                  <a:lnTo>
                    <a:pt x="283476" y="264007"/>
                  </a:lnTo>
                  <a:lnTo>
                    <a:pt x="232803" y="264007"/>
                  </a:lnTo>
                  <a:lnTo>
                    <a:pt x="232829" y="95986"/>
                  </a:lnTo>
                  <a:lnTo>
                    <a:pt x="284695" y="95986"/>
                  </a:lnTo>
                  <a:lnTo>
                    <a:pt x="326224" y="108953"/>
                  </a:lnTo>
                  <a:lnTo>
                    <a:pt x="338505" y="128320"/>
                  </a:lnTo>
                  <a:lnTo>
                    <a:pt x="338594" y="128511"/>
                  </a:lnTo>
                  <a:lnTo>
                    <a:pt x="340334" y="140042"/>
                  </a:lnTo>
                  <a:lnTo>
                    <a:pt x="339178" y="149796"/>
                  </a:lnTo>
                  <a:lnTo>
                    <a:pt x="335724" y="158813"/>
                  </a:lnTo>
                  <a:lnTo>
                    <a:pt x="329971" y="166471"/>
                  </a:lnTo>
                  <a:lnTo>
                    <a:pt x="321906" y="172123"/>
                  </a:lnTo>
                  <a:lnTo>
                    <a:pt x="334162" y="178295"/>
                  </a:lnTo>
                  <a:lnTo>
                    <a:pt x="343154" y="187528"/>
                  </a:lnTo>
                  <a:lnTo>
                    <a:pt x="348678" y="199237"/>
                  </a:lnTo>
                  <a:lnTo>
                    <a:pt x="350469" y="212128"/>
                  </a:lnTo>
                  <a:lnTo>
                    <a:pt x="350570" y="212826"/>
                  </a:lnTo>
                  <a:lnTo>
                    <a:pt x="350570" y="0"/>
                  </a:lnTo>
                  <a:lnTo>
                    <a:pt x="0" y="0"/>
                  </a:lnTo>
                  <a:lnTo>
                    <a:pt x="0" y="95986"/>
                  </a:lnTo>
                  <a:lnTo>
                    <a:pt x="43980" y="220179"/>
                  </a:lnTo>
                  <a:lnTo>
                    <a:pt x="44119" y="220179"/>
                  </a:lnTo>
                  <a:lnTo>
                    <a:pt x="81572" y="110769"/>
                  </a:lnTo>
                  <a:lnTo>
                    <a:pt x="81622" y="110617"/>
                  </a:lnTo>
                  <a:lnTo>
                    <a:pt x="81711" y="110388"/>
                  </a:lnTo>
                  <a:lnTo>
                    <a:pt x="84086" y="102285"/>
                  </a:lnTo>
                  <a:lnTo>
                    <a:pt x="84150" y="102069"/>
                  </a:lnTo>
                  <a:lnTo>
                    <a:pt x="91884" y="95986"/>
                  </a:lnTo>
                  <a:lnTo>
                    <a:pt x="139204" y="95986"/>
                  </a:lnTo>
                  <a:lnTo>
                    <a:pt x="139268" y="212128"/>
                  </a:lnTo>
                  <a:lnTo>
                    <a:pt x="139344" y="215138"/>
                  </a:lnTo>
                  <a:lnTo>
                    <a:pt x="139903" y="220179"/>
                  </a:lnTo>
                  <a:lnTo>
                    <a:pt x="139941" y="220535"/>
                  </a:lnTo>
                  <a:lnTo>
                    <a:pt x="142455" y="225564"/>
                  </a:lnTo>
                  <a:lnTo>
                    <a:pt x="146532" y="232727"/>
                  </a:lnTo>
                  <a:lnTo>
                    <a:pt x="154063" y="237845"/>
                  </a:lnTo>
                  <a:lnTo>
                    <a:pt x="162928" y="238899"/>
                  </a:lnTo>
                  <a:lnTo>
                    <a:pt x="169646" y="238899"/>
                  </a:lnTo>
                  <a:lnTo>
                    <a:pt x="193370" y="95986"/>
                  </a:lnTo>
                  <a:lnTo>
                    <a:pt x="223443" y="95986"/>
                  </a:lnTo>
                  <a:lnTo>
                    <a:pt x="223456" y="203187"/>
                  </a:lnTo>
                  <a:lnTo>
                    <a:pt x="209461" y="249364"/>
                  </a:lnTo>
                  <a:lnTo>
                    <a:pt x="168770" y="268097"/>
                  </a:lnTo>
                  <a:lnTo>
                    <a:pt x="163791" y="268097"/>
                  </a:lnTo>
                  <a:lnTo>
                    <a:pt x="148247" y="265379"/>
                  </a:lnTo>
                  <a:lnTo>
                    <a:pt x="145326" y="264007"/>
                  </a:lnTo>
                  <a:lnTo>
                    <a:pt x="134480" y="258940"/>
                  </a:lnTo>
                  <a:lnTo>
                    <a:pt x="110096" y="220827"/>
                  </a:lnTo>
                  <a:lnTo>
                    <a:pt x="109118" y="203187"/>
                  </a:lnTo>
                  <a:lnTo>
                    <a:pt x="109118" y="127279"/>
                  </a:lnTo>
                  <a:lnTo>
                    <a:pt x="108864" y="127279"/>
                  </a:lnTo>
                  <a:lnTo>
                    <a:pt x="108521" y="128320"/>
                  </a:lnTo>
                  <a:lnTo>
                    <a:pt x="59461" y="264007"/>
                  </a:lnTo>
                  <a:lnTo>
                    <a:pt x="29159" y="264007"/>
                  </a:lnTo>
                  <a:lnTo>
                    <a:pt x="0" y="185077"/>
                  </a:lnTo>
                  <a:lnTo>
                    <a:pt x="0" y="359981"/>
                  </a:lnTo>
                  <a:lnTo>
                    <a:pt x="359981" y="359981"/>
                  </a:lnTo>
                  <a:lnTo>
                    <a:pt x="359981" y="268097"/>
                  </a:lnTo>
                  <a:lnTo>
                    <a:pt x="359981" y="264007"/>
                  </a:lnTo>
                  <a:lnTo>
                    <a:pt x="359981" y="95986"/>
                  </a:lnTo>
                  <a:lnTo>
                    <a:pt x="359981" y="0"/>
                  </a:lnTo>
                  <a:close/>
                </a:path>
              </a:pathLst>
            </a:custGeom>
            <a:solidFill>
              <a:srgbClr val="124b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2" name="object 10"/>
            <p:cNvSpPr/>
            <p:nvPr/>
          </p:nvSpPr>
          <p:spPr>
            <a:xfrm>
              <a:off x="408600" y="2963160"/>
              <a:ext cx="33840" cy="8928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89280"/>
                <a:gd name="textAreaBottom" fmla="*/ 89640 h 89280"/>
              </a:gdLst>
              <a:ahLst/>
              <a:rect l="textAreaLeft" t="textAreaTop" r="textAreaRight" b="textAreaBottom"/>
              <a:pathLst>
                <a:path w="34290" h="89535">
                  <a:moveTo>
                    <a:pt x="33801" y="0"/>
                  </a:moveTo>
                  <a:lnTo>
                    <a:pt x="0" y="0"/>
                  </a:lnTo>
                  <a:lnTo>
                    <a:pt x="33801" y="89136"/>
                  </a:lnTo>
                  <a:lnTo>
                    <a:pt x="33801" y="0"/>
                  </a:lnTo>
                  <a:close/>
                </a:path>
              </a:pathLst>
            </a:custGeom>
            <a:solidFill>
              <a:srgbClr val="f15a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3" name="object 11"/>
          <p:cNvSpPr/>
          <p:nvPr/>
        </p:nvSpPr>
        <p:spPr>
          <a:xfrm>
            <a:off x="4428000" y="180000"/>
            <a:ext cx="180000" cy="498600"/>
          </a:xfrm>
          <a:custGeom>
            <a:avLst/>
            <a:gdLst>
              <a:gd name="textAreaLeft" fmla="*/ 0 w 180000"/>
              <a:gd name="textAreaRight" fmla="*/ 180360 w 180000"/>
              <a:gd name="textAreaTop" fmla="*/ 0 h 498600"/>
              <a:gd name="textAreaBottom" fmla="*/ 498960 h 498600"/>
            </a:gdLst>
            <a:ahLst/>
            <a:rect l="textAreaLeft" t="textAreaTop" r="textAreaRight" b="textAreaBottom"/>
            <a:pathLst>
              <a:path w="180339" h="499109">
                <a:moveTo>
                  <a:pt x="180002" y="0"/>
                </a:moveTo>
                <a:lnTo>
                  <a:pt x="0" y="0"/>
                </a:lnTo>
                <a:lnTo>
                  <a:pt x="180002" y="498606"/>
                </a:lnTo>
                <a:lnTo>
                  <a:pt x="180002" y="0"/>
                </a:lnTo>
                <a:close/>
              </a:path>
            </a:pathLst>
          </a:custGeom>
          <a:solidFill>
            <a:srgbClr val="f15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sldNum" idx="16"/>
          </p:nvPr>
        </p:nvSpPr>
        <p:spPr>
          <a:xfrm>
            <a:off x="4489560" y="3311280"/>
            <a:ext cx="132840" cy="2024640"/>
          </a:xfrm>
          <a:prstGeom prst="rect">
            <a:avLst/>
          </a:prstGeom>
          <a:noFill/>
          <a:ln w="0">
            <a:noFill/>
          </a:ln>
        </p:spPr>
        <p:txBody>
          <a:bodyPr lIns="0" rIns="0" tIns="17640" bIns="0" anchor="t">
            <a:noAutofit/>
          </a:bodyPr>
          <a:lstStyle>
            <a:lvl1pPr marL="25920" indent="0">
              <a:lnSpc>
                <a:spcPct val="100000"/>
              </a:lnSpc>
              <a:spcBef>
                <a:spcPts val="139"/>
              </a:spcBef>
              <a:buNone/>
              <a:defRPr b="0" lang="en-US" sz="800" spc="-52" strike="noStrike">
                <a:solidFill>
                  <a:srgbClr val="124b8b"/>
                </a:solidFill>
                <a:latin typeface="Roboto Lt"/>
              </a:defRPr>
            </a:lvl1pPr>
          </a:lstStyle>
          <a:p>
            <a:pPr marL="25920" indent="0">
              <a:lnSpc>
                <a:spcPct val="100000"/>
              </a:lnSpc>
              <a:spcBef>
                <a:spcPts val="139"/>
              </a:spcBef>
              <a:buNone/>
            </a:pPr>
            <a:fld id="{D6193E18-17BA-4482-86E0-A3B219E58070}" type="slidenum">
              <a:rPr b="0" lang="en-US" sz="800" spc="-52" strike="noStrike">
                <a:solidFill>
                  <a:srgbClr val="124b8b"/>
                </a:solidFill>
                <a:latin typeface="Roboto Lt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26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19"/>
              </a:spcBef>
              <a:buNone/>
            </a:pPr>
            <a:r>
              <a:rPr b="1" lang="nl-BE" sz="1700" spc="-52" strike="noStrike">
                <a:solidFill>
                  <a:srgbClr val="124b8b"/>
                </a:solidFill>
                <a:latin typeface="Arial"/>
              </a:rPr>
              <a:t>Kader van de Bachelorproef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TextBox 10"/>
          <p:cNvSpPr/>
          <p:nvPr/>
        </p:nvSpPr>
        <p:spPr>
          <a:xfrm>
            <a:off x="-57240" y="1349280"/>
            <a:ext cx="1654200" cy="11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Sensordata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Gestructureerde pakketten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Payload encriptie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Hash van pakket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Bluetooth Low Energy (BLE)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16"/>
          <p:cNvSpPr/>
          <p:nvPr/>
        </p:nvSpPr>
        <p:spPr>
          <a:xfrm>
            <a:off x="1564920" y="1349280"/>
            <a:ext cx="1654200" cy="10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Ontvangt versleutelde data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Stuurt 1-op-1 naar server 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Visualisatie en gebruikerscontrole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Decrypteert nooit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17"/>
          <p:cNvSpPr/>
          <p:nvPr/>
        </p:nvSpPr>
        <p:spPr>
          <a:xfrm>
            <a:off x="3075120" y="1349280"/>
            <a:ext cx="1654200" cy="14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Ontvangt geëncrypteerde data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Verifieert integriteit en authenticiteit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Decrypteert datapakketten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Slaat data op in database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nl-BE" sz="800" spc="-1" strike="noStrike">
                <a:solidFill>
                  <a:srgbClr val="000000"/>
                </a:solidFill>
                <a:latin typeface="Times New Roman"/>
              </a:rPr>
              <a:t>Dashboard voor monitoring en analyse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object 11"/>
          <p:cNvSpPr/>
          <p:nvPr/>
        </p:nvSpPr>
        <p:spPr>
          <a:xfrm>
            <a:off x="4428000" y="180000"/>
            <a:ext cx="180000" cy="498600"/>
          </a:xfrm>
          <a:custGeom>
            <a:avLst/>
            <a:gdLst>
              <a:gd name="textAreaLeft" fmla="*/ 0 w 180000"/>
              <a:gd name="textAreaRight" fmla="*/ 180360 w 180000"/>
              <a:gd name="textAreaTop" fmla="*/ 0 h 498600"/>
              <a:gd name="textAreaBottom" fmla="*/ 498960 h 498600"/>
            </a:gdLst>
            <a:ahLst/>
            <a:rect l="textAreaLeft" t="textAreaTop" r="textAreaRight" b="textAreaBottom"/>
            <a:pathLst>
              <a:path w="180339" h="499109">
                <a:moveTo>
                  <a:pt x="180002" y="0"/>
                </a:moveTo>
                <a:lnTo>
                  <a:pt x="0" y="0"/>
                </a:lnTo>
                <a:lnTo>
                  <a:pt x="180002" y="498606"/>
                </a:lnTo>
                <a:lnTo>
                  <a:pt x="180002" y="0"/>
                </a:lnTo>
                <a:close/>
              </a:path>
            </a:pathLst>
          </a:custGeom>
          <a:solidFill>
            <a:srgbClr val="f15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0" name="Diagram 24"/>
          <p:cNvGrpSpPr/>
          <p:nvPr/>
        </p:nvGrpSpPr>
        <p:grpSpPr>
          <a:xfrm>
            <a:off x="95400" y="-98280"/>
            <a:ext cx="4419360" cy="2034720"/>
            <a:chOff x="95400" y="-98280"/>
            <a:chExt cx="4419360" cy="2034720"/>
          </a:xfrm>
        </p:grpSpPr>
        <p:sp>
          <p:nvSpPr>
            <p:cNvPr id="51" name=""/>
            <p:cNvSpPr/>
            <p:nvPr/>
          </p:nvSpPr>
          <p:spPr>
            <a:xfrm>
              <a:off x="95400" y="-98280"/>
              <a:ext cx="4419360" cy="2034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99000" y="570960"/>
              <a:ext cx="1160640" cy="696240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a4c1ff"/>
                </a:gs>
                <a:gs pos="35000">
                  <a:srgbClr val="bfd4fe"/>
                </a:gs>
                <a:gs pos="100000">
                  <a:srgbClr val="e5efff"/>
                </a:gs>
              </a:gsLst>
              <a:lin ang="16200000"/>
            </a:gradFill>
            <a:ln w="0">
              <a:noFill/>
            </a:ln>
            <a:effectLst>
              <a:outerShdw dist="20160" dir="5400000" blurRad="399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1440" lIns="68760" rIns="68760" tIns="68760" bIns="68760" anchor="ctr">
              <a:noAutofit/>
            </a:bodyPr>
            <a:p>
              <a:pPr algn="ctr" defTabSz="800280">
                <a:lnSpc>
                  <a:spcPct val="90000"/>
                </a:lnSpc>
                <a:spcAft>
                  <a:spcPts val="629"/>
                </a:spcAft>
                <a:tabLst>
                  <a:tab algn="l" pos="0"/>
                </a:tabLst>
              </a:pPr>
              <a:r>
                <a:rPr b="0" lang="fr-BE" sz="1800" spc="-1" strike="noStrike">
                  <a:solidFill>
                    <a:schemeClr val="dk1"/>
                  </a:solidFill>
                  <a:latin typeface="Calibri"/>
                </a:rPr>
                <a:t>ESP32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1376280" y="775080"/>
              <a:ext cx="245880" cy="287640"/>
            </a:xfrm>
            <a:prstGeom prst="rightArrow">
              <a:avLst>
                <a:gd name="adj1" fmla="val 60000"/>
                <a:gd name="adj2" fmla="val 50000"/>
              </a:avLst>
            </a:prstGeom>
            <a:gradFill rotWithShape="0">
              <a:gsLst>
                <a:gs pos="0">
                  <a:srgbClr val="cbddfe"/>
                </a:gs>
                <a:gs pos="35000">
                  <a:srgbClr val="dae6fe"/>
                </a:gs>
                <a:gs pos="100000">
                  <a:srgbClr val="f0f4fe"/>
                </a:gs>
              </a:gsLst>
              <a:lin ang="16200000"/>
            </a:gradFill>
            <a:ln w="0">
              <a:noFill/>
            </a:ln>
            <a:effectLst>
              <a:outerShdw dist="20160" dir="5400000" blurRad="399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1440" lIns="0" rIns="0" tIns="0" bIns="0" anchor="ctr">
              <a:noAutofit/>
            </a:bodyPr>
            <a:p>
              <a:endParaRPr b="0" lang="nl-BE" sz="12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1724400" y="570960"/>
              <a:ext cx="1160640" cy="696240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a4c1ff"/>
                </a:gs>
                <a:gs pos="35000">
                  <a:srgbClr val="bfd4fe"/>
                </a:gs>
                <a:gs pos="100000">
                  <a:srgbClr val="e5efff"/>
                </a:gs>
              </a:gsLst>
              <a:lin ang="16200000"/>
            </a:gradFill>
            <a:ln w="0">
              <a:noFill/>
            </a:ln>
            <a:effectLst>
              <a:outerShdw dist="20160" dir="5400000" blurRad="399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1440" lIns="68760" rIns="68760" tIns="68760" bIns="68760" anchor="ctr">
              <a:noAutofit/>
            </a:bodyPr>
            <a:p>
              <a:pPr algn="ctr" defTabSz="800280">
                <a:lnSpc>
                  <a:spcPct val="90000"/>
                </a:lnSpc>
                <a:spcAft>
                  <a:spcPts val="629"/>
                </a:spcAft>
                <a:tabLst>
                  <a:tab algn="l" pos="0"/>
                </a:tabLst>
              </a:pPr>
              <a:r>
                <a:rPr b="0" lang="fr-BE" sz="1800" spc="-1" strike="noStrike">
                  <a:solidFill>
                    <a:schemeClr val="dk1"/>
                  </a:solidFill>
                  <a:latin typeface="Calibri"/>
                </a:rPr>
                <a:t>Android app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3001680" y="775080"/>
              <a:ext cx="245880" cy="287640"/>
            </a:xfrm>
            <a:prstGeom prst="rightArrow">
              <a:avLst>
                <a:gd name="adj1" fmla="val 60000"/>
                <a:gd name="adj2" fmla="val 50000"/>
              </a:avLst>
            </a:prstGeom>
            <a:gradFill rotWithShape="0">
              <a:gsLst>
                <a:gs pos="0">
                  <a:srgbClr val="cbddfe"/>
                </a:gs>
                <a:gs pos="35000">
                  <a:srgbClr val="dae6fe"/>
                </a:gs>
                <a:gs pos="100000">
                  <a:srgbClr val="f0f4fe"/>
                </a:gs>
              </a:gsLst>
              <a:lin ang="16200000"/>
            </a:gradFill>
            <a:ln w="0">
              <a:noFill/>
            </a:ln>
            <a:effectLst>
              <a:outerShdw dist="20160" dir="5400000" blurRad="399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1440" lIns="0" rIns="0" tIns="0" bIns="0" anchor="ctr">
              <a:noAutofit/>
            </a:bodyPr>
            <a:p>
              <a:endParaRPr b="0" lang="nl-BE" sz="12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3349800" y="570960"/>
              <a:ext cx="1160640" cy="696240"/>
            </a:xfrm>
            <a:prstGeom prst="roundRect">
              <a:avLst>
                <a:gd name="adj" fmla="val 10000"/>
              </a:avLst>
            </a:prstGeom>
            <a:gradFill rotWithShape="0">
              <a:gsLst>
                <a:gs pos="0">
                  <a:srgbClr val="a4c1ff"/>
                </a:gs>
                <a:gs pos="35000">
                  <a:srgbClr val="bfd4fe"/>
                </a:gs>
                <a:gs pos="100000">
                  <a:srgbClr val="e5efff"/>
                </a:gs>
              </a:gsLst>
              <a:lin ang="16200000"/>
            </a:gradFill>
            <a:ln w="0">
              <a:noFill/>
            </a:ln>
            <a:effectLst>
              <a:outerShdw dist="20160" dir="5400000" blurRad="399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numCol="1" spcCol="1440" lIns="68760" rIns="68760" tIns="68760" bIns="68760" anchor="ctr">
              <a:noAutofit/>
            </a:bodyPr>
            <a:p>
              <a:pPr algn="ctr" defTabSz="800280">
                <a:lnSpc>
                  <a:spcPct val="90000"/>
                </a:lnSpc>
                <a:spcAft>
                  <a:spcPts val="629"/>
                </a:spcAft>
                <a:tabLst>
                  <a:tab algn="l" pos="0"/>
                </a:tabLst>
              </a:pPr>
              <a:r>
                <a:rPr b="0" lang="fr-BE" sz="1800" spc="-1" strike="noStrike">
                  <a:solidFill>
                    <a:schemeClr val="dk1"/>
                  </a:solidFill>
                  <a:latin typeface="Calibri"/>
                </a:rPr>
                <a:t>Linux Server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7" name="PlaceHolder 2"/>
          <p:cNvSpPr>
            <a:spLocks noGrp="1"/>
          </p:cNvSpPr>
          <p:nvPr>
            <p:ph type="sldNum" idx="17"/>
          </p:nvPr>
        </p:nvSpPr>
        <p:spPr>
          <a:xfrm>
            <a:off x="4489560" y="3311280"/>
            <a:ext cx="132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920" indent="0">
              <a:lnSpc>
                <a:spcPct val="100000"/>
              </a:lnSpc>
              <a:spcBef>
                <a:spcPts val="139"/>
              </a:spcBef>
              <a:buNone/>
              <a:defRPr b="0" lang="nl-BE" sz="800" spc="-52" strike="noStrike">
                <a:solidFill>
                  <a:srgbClr val="124b8b"/>
                </a:solidFill>
                <a:latin typeface="Roboto Lt"/>
              </a:defRPr>
            </a:lvl1pPr>
          </a:lstStyle>
          <a:p>
            <a:pPr marL="25920" indent="0">
              <a:lnSpc>
                <a:spcPct val="100000"/>
              </a:lnSpc>
              <a:spcBef>
                <a:spcPts val="139"/>
              </a:spcBef>
              <a:buNone/>
            </a:pPr>
            <a:fld id="{FD79896D-C90C-490A-B4FE-8CD2E45F24E9}" type="slidenum">
              <a:rPr b="0" lang="nl-BE" sz="800" spc="-52" strike="noStrike">
                <a:solidFill>
                  <a:srgbClr val="124b8b"/>
                </a:solidFill>
                <a:latin typeface="Roboto Lt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26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19"/>
              </a:spcBef>
              <a:buNone/>
            </a:pPr>
            <a:r>
              <a:rPr b="1" lang="fr-BE" sz="1700" spc="-52" strike="noStrike">
                <a:solidFill>
                  <a:srgbClr val="124b8b"/>
                </a:solidFill>
                <a:latin typeface="Arial"/>
              </a:rPr>
              <a:t>Stand van Zaken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230400" y="795960"/>
            <a:ext cx="4148640" cy="124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228600">
              <a:lnSpc>
                <a:spcPct val="2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nl-BE" sz="900" spc="-1" strike="noStrike">
                <a:solidFill>
                  <a:srgbClr val="000000"/>
                </a:solidFill>
                <a:latin typeface="Times New Roman"/>
              </a:rPr>
              <a:t>Android-app → POST-requests</a:t>
            </a:r>
            <a:endParaRPr b="0" lang="en-US" sz="9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2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nl-BE" sz="900" spc="-1" strike="noStrike">
                <a:solidFill>
                  <a:srgbClr val="000000"/>
                </a:solidFill>
                <a:latin typeface="Times New Roman"/>
              </a:rPr>
              <a:t>Databeveiliging en gegevensoverdracht</a:t>
            </a:r>
            <a:endParaRPr b="0" lang="en-US" sz="9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2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nl-BE" sz="900" spc="-1" strike="noStrike">
                <a:solidFill>
                  <a:srgbClr val="000000"/>
                </a:solidFill>
                <a:latin typeface="Times New Roman"/>
              </a:rPr>
              <a:t>Dashboardvisualisatie &amp; end-to-end dataverwerking geïmplementeerd</a:t>
            </a:r>
            <a:endParaRPr b="0" lang="en-US" sz="9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2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nl-BE" sz="900" spc="-1" strike="noStrike">
                <a:solidFill>
                  <a:srgbClr val="000000"/>
                </a:solidFill>
                <a:latin typeface="Times New Roman"/>
              </a:rPr>
              <a:t>Onderzoek naar webservertechnologieën </a:t>
            </a:r>
            <a:endParaRPr b="0" lang="en-US" sz="9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object 11"/>
          <p:cNvSpPr/>
          <p:nvPr/>
        </p:nvSpPr>
        <p:spPr>
          <a:xfrm>
            <a:off x="4428000" y="180000"/>
            <a:ext cx="180000" cy="498600"/>
          </a:xfrm>
          <a:custGeom>
            <a:avLst/>
            <a:gdLst>
              <a:gd name="textAreaLeft" fmla="*/ 0 w 180000"/>
              <a:gd name="textAreaRight" fmla="*/ 180360 w 180000"/>
              <a:gd name="textAreaTop" fmla="*/ 0 h 498600"/>
              <a:gd name="textAreaBottom" fmla="*/ 498960 h 498600"/>
            </a:gdLst>
            <a:ahLst/>
            <a:rect l="textAreaLeft" t="textAreaTop" r="textAreaRight" b="textAreaBottom"/>
            <a:pathLst>
              <a:path w="180339" h="499109">
                <a:moveTo>
                  <a:pt x="180002" y="0"/>
                </a:moveTo>
                <a:lnTo>
                  <a:pt x="0" y="0"/>
                </a:lnTo>
                <a:lnTo>
                  <a:pt x="180002" y="498606"/>
                </a:lnTo>
                <a:lnTo>
                  <a:pt x="180002" y="0"/>
                </a:lnTo>
                <a:close/>
              </a:path>
            </a:pathLst>
          </a:custGeom>
          <a:solidFill>
            <a:srgbClr val="f15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18"/>
          </p:nvPr>
        </p:nvSpPr>
        <p:spPr>
          <a:xfrm>
            <a:off x="4489560" y="3311280"/>
            <a:ext cx="132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920" indent="0">
              <a:lnSpc>
                <a:spcPct val="100000"/>
              </a:lnSpc>
              <a:spcBef>
                <a:spcPts val="139"/>
              </a:spcBef>
              <a:buNone/>
              <a:defRPr b="0" lang="nl-BE" sz="800" spc="-52" strike="noStrike">
                <a:solidFill>
                  <a:srgbClr val="124b8b"/>
                </a:solidFill>
                <a:latin typeface="Roboto Lt"/>
              </a:defRPr>
            </a:lvl1pPr>
          </a:lstStyle>
          <a:p>
            <a:pPr marL="25920" indent="0">
              <a:lnSpc>
                <a:spcPct val="100000"/>
              </a:lnSpc>
              <a:spcBef>
                <a:spcPts val="139"/>
              </a:spcBef>
              <a:buNone/>
            </a:pPr>
            <a:fld id="{1DABE2AE-72D8-4B10-81F9-20D54B1E257E}" type="slidenum">
              <a:rPr b="0" lang="nl-BE" sz="800" spc="-52" strike="noStrike">
                <a:solidFill>
                  <a:srgbClr val="124b8b"/>
                </a:solidFill>
                <a:latin typeface="Roboto Lt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30400" y="138600"/>
            <a:ext cx="4148640" cy="26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19"/>
              </a:spcBef>
              <a:buNone/>
            </a:pPr>
            <a:r>
              <a:rPr b="1" lang="fr-BE" sz="1700" spc="-52" strike="noStrike">
                <a:solidFill>
                  <a:srgbClr val="124b8b"/>
                </a:solidFill>
                <a:latin typeface="Arial"/>
              </a:rPr>
              <a:t>Verdere planning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24000" y="799920"/>
            <a:ext cx="3789360" cy="2103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nl-BE" sz="1200" spc="-1" strike="noStrike">
                <a:solidFill>
                  <a:schemeClr val="dk1"/>
                </a:solidFill>
                <a:latin typeface="Times New Roman"/>
              </a:rPr>
              <a:t>Optimaliseren communicatie Android-server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nl-BE" sz="1200" spc="-1" strike="noStrike">
                <a:solidFill>
                  <a:schemeClr val="dk1"/>
                </a:solidFill>
                <a:latin typeface="Times New Roman"/>
              </a:rPr>
              <a:t>Android-app vereist extra functionaliteiten.</a:t>
            </a:r>
            <a:br>
              <a:rPr sz="1200"/>
            </a:br>
            <a:r>
              <a:rPr b="0" lang="nl-BE" sz="1200" spc="-1" strike="noStrike">
                <a:solidFill>
                  <a:schemeClr val="dk1"/>
                </a:solidFill>
                <a:latin typeface="Times New Roman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nl-BE" sz="1200" spc="-1" strike="noStrike">
                <a:solidFill>
                  <a:schemeClr val="dk1"/>
                </a:solidFill>
                <a:latin typeface="Times New Roman"/>
              </a:rPr>
              <a:t>Beveiliging testen 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nl-BE" sz="1200" spc="-1" strike="noStrike">
                <a:solidFill>
                  <a:schemeClr val="dk1"/>
                </a:solidFill>
                <a:latin typeface="Times New Roman"/>
              </a:rPr>
              <a:t>Webserver hosten via VUB-servers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228600" indent="0" defTabSz="914400">
              <a:lnSpc>
                <a:spcPct val="100000"/>
              </a:lnSpc>
              <a:buNone/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b="0" lang="nl-BE" sz="1200" spc="-1" strike="noStrike">
                <a:solidFill>
                  <a:schemeClr val="dk1"/>
                </a:solidFill>
                <a:latin typeface="Times New Roman"/>
              </a:rPr>
              <a:t>Eindverslag schrijven. 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object 11"/>
          <p:cNvSpPr/>
          <p:nvPr/>
        </p:nvSpPr>
        <p:spPr>
          <a:xfrm>
            <a:off x="4428000" y="180000"/>
            <a:ext cx="180000" cy="498600"/>
          </a:xfrm>
          <a:custGeom>
            <a:avLst/>
            <a:gdLst>
              <a:gd name="textAreaLeft" fmla="*/ 0 w 180000"/>
              <a:gd name="textAreaRight" fmla="*/ 180360 w 180000"/>
              <a:gd name="textAreaTop" fmla="*/ 0 h 498600"/>
              <a:gd name="textAreaBottom" fmla="*/ 498960 h 498600"/>
            </a:gdLst>
            <a:ahLst/>
            <a:rect l="textAreaLeft" t="textAreaTop" r="textAreaRight" b="textAreaBottom"/>
            <a:pathLst>
              <a:path w="180339" h="499109">
                <a:moveTo>
                  <a:pt x="180002" y="0"/>
                </a:moveTo>
                <a:lnTo>
                  <a:pt x="0" y="0"/>
                </a:lnTo>
                <a:lnTo>
                  <a:pt x="180002" y="498606"/>
                </a:lnTo>
                <a:lnTo>
                  <a:pt x="180002" y="0"/>
                </a:lnTo>
                <a:close/>
              </a:path>
            </a:pathLst>
          </a:custGeom>
          <a:solidFill>
            <a:srgbClr val="f15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19"/>
          </p:nvPr>
        </p:nvSpPr>
        <p:spPr>
          <a:xfrm>
            <a:off x="4489560" y="3311280"/>
            <a:ext cx="132840" cy="15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25920" indent="0">
              <a:lnSpc>
                <a:spcPct val="100000"/>
              </a:lnSpc>
              <a:spcBef>
                <a:spcPts val="139"/>
              </a:spcBef>
              <a:buNone/>
              <a:defRPr b="0" lang="nl-BE" sz="800" spc="-52" strike="noStrike">
                <a:solidFill>
                  <a:srgbClr val="124b8b"/>
                </a:solidFill>
                <a:latin typeface="Roboto Lt"/>
              </a:defRPr>
            </a:lvl1pPr>
          </a:lstStyle>
          <a:p>
            <a:pPr marL="25920" indent="0">
              <a:lnSpc>
                <a:spcPct val="100000"/>
              </a:lnSpc>
              <a:spcBef>
                <a:spcPts val="139"/>
              </a:spcBef>
              <a:buNone/>
            </a:pPr>
            <a:fld id="{F1162D19-10C1-4C44-8278-43C8FAF296FA}" type="slidenum">
              <a:rPr b="0" lang="nl-BE" sz="800" spc="-52" strike="noStrike">
                <a:solidFill>
                  <a:srgbClr val="124b8b"/>
                </a:solidFill>
                <a:latin typeface="Roboto Lt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2024-12-12T08:34:02Z</dcterms:created>
  <dc:creator>John Doe</dc:creator>
  <dc:description/>
  <dc:language>en-US</dc:language>
  <cp:lastModifiedBy/>
  <dcterms:modified xsi:type="dcterms:W3CDTF">2025-03-26T16:34:54Z</dcterms:modified>
  <cp:revision>6</cp:revision>
  <dc:subject/>
  <dc:title>Your 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2023-08-31T00:00:00Z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2024-12-12T00:00:00Z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esentationFormat">
    <vt:lpwstr>Custom</vt:lpwstr>
  </property>
  <property fmtid="{D5CDD505-2E9C-101B-9397-08002B2CF9AE}" pid="7" name="Producer">
    <vt:lpwstr>pdfTeX-1.40.24</vt:lpwstr>
  </property>
  <property fmtid="{D5CDD505-2E9C-101B-9397-08002B2CF9AE}" pid="8" name="Slides">
    <vt:r8>4</vt:r8>
  </property>
</Properties>
</file>